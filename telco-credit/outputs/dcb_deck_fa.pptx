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مدل اعتبارسنجی — چطور کار می‌کند</a:t>
            </a:r>
          </a:p>
          <a:p/>
          <a:p>
            <a:r>
              <a:t>مدل روی یک دورهٔ گذشته آموزش دیده که نتیجه‌اش معلوم است: ویژگی‌ها از مهر تا اسفند ۱۴۰۴ و نتیجه از فروردین تا شهریور ۱۴۰۵. بد یعنی مشترکی که در آن پنجره به قطع دوطرفه رسید. امروز همان مدل روی ۶ ماه آخر هر مشترک اجرا می‌شود و احتمال نکول را می‌دهد. تفاوت ساختاری دو ردیف فقط جهت یک فلش است: در آموزش نتیجه وارد مدل می‌شود، در امتیازدهی پیش‌بینی از مدل بیرون می‌آید. ۹٬۳۴۴٬۷۲۳ مشترک امتیاز می‌گیرند، در ۱۰ دهک مرتب می‌شوند، و با قاعدهٔ سقف (وام هر نفر کمتر از قبض یک ماهش) ۸٬۸۰۱٬۷۷۲ نفر تأیید می‌شوند. دقت مدل روی دادهٔ کنارگذاشته ۰٫۸۳.</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مدل‌ها — چه چیزی آزموده شد و چه چیزی انتخاب شد</a:t>
            </a:r>
          </a:p>
          <a:p/>
          <a:p>
            <a:r>
              <a:t>دو مدل روی همان تفکیک آموزش دیدند. مبنا یک کارت امتیازی لجستیک روی ویژگی‌های WOE با AUC ۰٫۷۸۴۳ روی دادهٔ اعتبارسنجی؛ چالشگر گرادیان بوستینگ درختی (HistGradientBoosting، ۴۰۰ درخت، عمق ۵) با ۰٫۸۱۵۷. چالشگر ۰٫۰۳۱۴ بهتر بود و انتخاب شد. روی دادهٔ کنارگذاشته: AUC ۰٫۸۲۷۸، جینی ۰٫۶۵۵۷، KS ۰٫۵۱۵۱، خطای سطح کالیبراسیون ۱٫۷ درصد. آموزش روی ۸٬۷۰۱٬۰۸۵ سطر با ۴۵٬۳۶۱ مورد بد (۰٫۵۲ درصد) و ۳۹ ویژگی؛ تفکیک ۷۰ به ۳۰ با هش روی شناسهٔ مشترک؛ کالیبراسیون ایزوتونیک روی نیمی از اعتبارسنجی. بیشترین سهم از سابقهٔ قطع سرویس سال قبل است: ۰٫۰۲۳۹ از AUC، یعنی ۹۲ درصد کل بهبود بازآموزی. سه هشدار: رانش در ۱۲ ویژگی پس رتبه‌بندی معتبرتر از سطح است؛ کالیبراسیون در دهک‌های امن محافظه‌کار است؛ و سطح اعداد تا اجرای آزمایشی تأیید نمی‌شود.</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سه گزینه اعطای اعتبار</a:t>
            </a:r>
          </a:p>
          <a:p/>
          <a:p>
            <a:r>
              <a:t>سه گزینه روی همان ۸٬۸۰۱٬۷۷۲ مشترک تأییدشده. ضریب نفوذ به تفکیک باند است: ۱۵ درصد در ۱۰۰ تا ۳۰۰ هزار، ۱۳ درصد در ۳۰۰ تا ۵۰۰ هزار، ۱۰ درصد در ۵۰۰ هزار تا ۱ میلیون. با ۳ بار وام در سال: کم‌ریسک ۹۱۶ میلیارد و زیان ۱٫۱؛ محتاطانه ۱٬۱۰۳ میلیارد و زیان ۱٫۲؛ گسترده ۱٬۴۱۷ میلیارد و زیان ۱٫۴. نرخ نکول وزن‌دار بر حسب مبلغ است نه تعداد نفرات، برای همین در گزینه گسترده پایین‌تر می‌آید. حتی گسترده فقط ۹ درصد هدف ۱۵٬۰۰۰ میلیاردی را پوشش می‌دهد. هشدار: فقط ۳۶۹٬۶۷۷ مشترک قبض بالای ۵۰۰ هزار تومان دارند.</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مدل اعتبارسنجی — چطور کار می‌کند" descr="مدل روی یک دورهٔ گذشته آموزش دیده که نتیجه‌اش معلوم است: ویژگی‌ها از مهر تا اسفند ۱۴۰۴ و نتیجه از فروردین تا شهریور ۱۴۰۵. بد یعنی مشترکی که در آن پنجره به قطع دوطرفه رسید. امروز همان مدل روی ۶ ماه آخر هر مشترک اجرا می‌شود و احتمال نکول را می‌دهد. تفاوت ساختاری دو ردیف فقط جهت یک فلش است: در آموزش نتیجه وارد مدل می‌شود، در امتیازدهی پیش‌بینی از مدل بیرون می‌آید. ۹٬۳۴۴٬۷۲۳ مشترک امتیاز می‌گیرند، در ۱۰ دهک مرتب می‌شوند، و با قاعدهٔ سقف (وام هر نفر کمتر از قبض یک ماهش) ۸٬۸۰۱٬۷۷۲ نفر تأیید می‌شوند. دقت مدل روی دادهٔ کنارگذاشته ۰٫۸۳."/>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مدل‌ها — چه چیزی آزموده شد و چه چیزی انتخاب شد" descr="دو مدل روی همان تفکیک آموزش دیدند. مبنا یک کارت امتیازی لجستیک روی ویژگی‌های WOE با AUC ۰٫۷۸۴۳ روی دادهٔ اعتبارسنجی؛ چالشگر گرادیان بوستینگ درختی (HistGradientBoosting، ۴۰۰ درخت، عمق ۵) با ۰٫۸۱۵۷. چالشگر ۰٫۰۳۱۴ بهتر بود و انتخاب شد. روی دادهٔ کنارگذاشته: AUC ۰٫۸۲۷۸، جینی ۰٫۶۵۵۷، KS ۰٫۵۱۵۱، خطای سطح کالیبراسیون ۱٫۷ درصد. آموزش روی ۸٬۷۰۱٬۰۸۵ سطر با ۴۵٬۳۶۱ مورد بد (۰٫۵۲ درصد) و ۳۹ ویژگی؛ تفکیک ۷۰ به ۳۰ با هش روی شناسهٔ مشترک؛ کالیبراسیون ایزوتونیک روی نیمی از اعتبارسنجی. بیشترین سهم از سابقهٔ قطع سرویس سال قبل است: ۰٫۰۲۳۹ از AUC، یعنی ۹۲ درصد کل بهبود بازآموزی. سه هشدار: رانش در ۱۲ ویژگی پس رتبه‌بندی معتبرتر از سطح است؛ کالیبراسیون در دهک‌های امن محافظه‌کار است؛ و سطح اعداد تا اجرای آزمایشی تأیید نمی‌شود."/>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سه گزینه اعطای اعتبار" descr="سه گزینه روی همان ۸٬۸۰۱٬۷۷۲ مشترک تأییدشده. ضریب نفوذ به تفکیک باند است: ۱۵ درصد در ۱۰۰ تا ۳۰۰ هزار، ۱۳ درصد در ۳۰۰ تا ۵۰۰ هزار، ۱۰ درصد در ۵۰۰ هزار تا ۱ میلیون. با ۳ بار وام در سال: کم‌ریسک ۹۱۶ میلیارد و زیان ۱٫۱؛ محتاطانه ۱٬۱۰۳ میلیارد و زیان ۱٫۲؛ گسترده ۱٬۴۱۷ میلیارد و زیان ۱٫۴. نرخ نکول وزن‌دار بر حسب مبلغ است نه تعداد نفرات، برای همین در گزینه گسترده پایین‌تر می‌آید. حتی گسترده فقط ۹ درصد هدف ۱۵٬۰۰۰ میلیاردی را پوشش می‌دهد. هشدار: فقط ۳۶۹٬۶۷۷ مشترک قبض بالای ۵۰۰ هزار تومان دارند."/>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